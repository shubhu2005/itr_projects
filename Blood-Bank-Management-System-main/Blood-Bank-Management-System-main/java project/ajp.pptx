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3" r:id="rId4"/>
    <p:sldId id="258" r:id="rId5"/>
    <p:sldId id="259" r:id="rId6"/>
    <p:sldId id="260" r:id="rId7"/>
    <p:sldId id="261" r:id="rId8"/>
    <p:sldId id="262"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5" d="100"/>
          <a:sy n="85" d="100"/>
        </p:scale>
        <p:origin x="77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12/7/2022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12/7/2022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12/7/2022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12/7/2022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12/7/2022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12/7/2022</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812800"/>
            <a:ext cx="9001462" cy="5587999"/>
          </a:xfrm>
        </p:spPr>
        <p:txBody>
          <a:bodyPr>
            <a:noAutofit/>
          </a:bodyPr>
          <a:lstStyle/>
          <a:p>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GOVERNMENT POLYTECHNIC , SOLAPUR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CM5I 2022-23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COMPUTER TECHNOLOGY</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SUBJECT : </a:t>
            </a:r>
            <a:r>
              <a:rPr lang="en-US" sz="3200" dirty="0" smtClean="0">
                <a:solidFill>
                  <a:schemeClr val="accent1">
                    <a:lumMod val="40000"/>
                    <a:lumOff val="60000"/>
                  </a:schemeClr>
                </a:solidFill>
                <a:latin typeface="Times New Roman" panose="02020603050405020304" pitchFamily="18" charset="0"/>
                <a:cs typeface="Times New Roman" panose="02020603050405020304" pitchFamily="18" charset="0"/>
              </a:rPr>
              <a:t>advance java programming(AJP) </a:t>
            </a: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MICRO-PROJECT TOPIC </a:t>
            </a:r>
            <a:r>
              <a:rPr lang="en-US" sz="3200" dirty="0" smtClean="0">
                <a:solidFill>
                  <a:schemeClr val="accent1">
                    <a:lumMod val="40000"/>
                    <a:lumOff val="60000"/>
                  </a:schemeClr>
                </a:solidFill>
                <a:latin typeface="Times New Roman" panose="02020603050405020304" pitchFamily="18" charset="0"/>
                <a:cs typeface="Times New Roman" panose="02020603050405020304" pitchFamily="18" charset="0"/>
              </a:rPr>
              <a:t>:blood bank management system</a:t>
            </a:r>
            <a: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t/>
            </a:r>
            <a:br>
              <a:rPr lang="en-US" sz="3200" dirty="0">
                <a:solidFill>
                  <a:schemeClr val="accent1">
                    <a:lumMod val="40000"/>
                    <a:lumOff val="60000"/>
                  </a:schemeClr>
                </a:solidFill>
                <a:latin typeface="Times New Roman" panose="02020603050405020304" pitchFamily="18" charset="0"/>
                <a:cs typeface="Times New Roman" panose="02020603050405020304" pitchFamily="18" charset="0"/>
              </a:rPr>
            </a:br>
            <a:endParaRPr lang="en-US" sz="3200" dirty="0">
              <a:solidFill>
                <a:schemeClr val="accent1">
                  <a:lumMod val="40000"/>
                  <a:lumOff val="60000"/>
                </a:schemeClr>
              </a:solidFill>
            </a:endParaRPr>
          </a:p>
        </p:txBody>
      </p:sp>
    </p:spTree>
    <p:extLst>
      <p:ext uri="{BB962C8B-B14F-4D97-AF65-F5344CB8AC3E}">
        <p14:creationId xmlns:p14="http://schemas.microsoft.com/office/powerpoint/2010/main" val="20677986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effectLst/>
              </a:rPr>
              <a:t> </a:t>
            </a:r>
            <a:r>
              <a:rPr lang="en-US" u="sng" dirty="0">
                <a:effectLst/>
              </a:rPr>
              <a:t>ABSTRACT</a:t>
            </a:r>
            <a:endParaRPr lang="en-US" dirty="0">
              <a:effectLst/>
            </a:endParaRPr>
          </a:p>
        </p:txBody>
      </p:sp>
      <p:sp>
        <p:nvSpPr>
          <p:cNvPr id="3" name="Content Placeholder 2"/>
          <p:cNvSpPr>
            <a:spLocks noGrp="1"/>
          </p:cNvSpPr>
          <p:nvPr>
            <p:ph idx="1"/>
          </p:nvPr>
        </p:nvSpPr>
        <p:spPr>
          <a:xfrm>
            <a:off x="913795" y="1422400"/>
            <a:ext cx="10353762" cy="4730044"/>
          </a:xfrm>
        </p:spPr>
        <p:txBody>
          <a:bodyPr>
            <a:normAutofit/>
          </a:bodyPr>
          <a:lstStyle/>
          <a:p>
            <a:pPr marL="0" indent="0">
              <a:buNone/>
            </a:pPr>
            <a:r>
              <a:rPr lang="en-US" dirty="0" smtClean="0">
                <a:effectLst/>
              </a:rPr>
              <a:t>                               </a:t>
            </a:r>
            <a:endParaRPr lang="en-US" dirty="0">
              <a:effectLst/>
            </a:endParaRPr>
          </a:p>
          <a:p>
            <a:r>
              <a:rPr lang="en-US" dirty="0" smtClean="0">
                <a:effectLst/>
              </a:rPr>
              <a:t>  </a:t>
            </a:r>
            <a:r>
              <a:rPr lang="en-US" dirty="0">
                <a:effectLst/>
              </a:rPr>
              <a:t>The Blood Bank Management System (BBMS) is an application that stores, processes ,retrieves, and analyzes data about blood bank administration. It also supervises the blood inventory management and other blood bank-related activities.</a:t>
            </a:r>
          </a:p>
          <a:p>
            <a:r>
              <a:rPr lang="en-US" dirty="0">
                <a:effectLst/>
              </a:rPr>
              <a:t>The major goal of the blood bank management system is to keep track of blood, donors, blood groups, blood banks, and stock information.</a:t>
            </a:r>
          </a:p>
          <a:p>
            <a:r>
              <a:rPr lang="en-US" dirty="0">
                <a:effectLst/>
              </a:rPr>
              <a:t> It keeps track of all information concerning blood ,blood cells, stocks, and blood. Because the project is all done at the administrative level, only the administrator can see it."</a:t>
            </a:r>
            <a:endParaRPr lang="en-US" dirty="0"/>
          </a:p>
        </p:txBody>
      </p:sp>
    </p:spTree>
    <p:extLst>
      <p:ext uri="{BB962C8B-B14F-4D97-AF65-F5344CB8AC3E}">
        <p14:creationId xmlns:p14="http://schemas.microsoft.com/office/powerpoint/2010/main" val="3281450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Introduction</a:t>
            </a:r>
            <a:endParaRPr lang="en-US" dirty="0"/>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937237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474133"/>
          </a:xfrm>
        </p:spPr>
        <p:txBody>
          <a:bodyPr>
            <a:normAutofit fontScale="90000"/>
          </a:bodyPr>
          <a:lstStyle/>
          <a:p>
            <a:pPr algn="l"/>
            <a:r>
              <a:rPr lang="en-US" dirty="0">
                <a:effectLst/>
              </a:rPr>
              <a:t>Proposed methodology:</a:t>
            </a:r>
            <a:br>
              <a:rPr lang="en-US" dirty="0">
                <a:effectLst/>
              </a:rPr>
            </a:br>
            <a:endParaRPr lang="en-US" dirty="0"/>
          </a:p>
        </p:txBody>
      </p:sp>
      <p:sp>
        <p:nvSpPr>
          <p:cNvPr id="3" name="Content Placeholder 2"/>
          <p:cNvSpPr>
            <a:spLocks noGrp="1"/>
          </p:cNvSpPr>
          <p:nvPr>
            <p:ph idx="1"/>
          </p:nvPr>
        </p:nvSpPr>
        <p:spPr>
          <a:xfrm>
            <a:off x="913795" y="1083733"/>
            <a:ext cx="10353762" cy="4707467"/>
          </a:xfrm>
        </p:spPr>
        <p:txBody>
          <a:bodyPr>
            <a:normAutofit fontScale="62500" lnSpcReduction="20000"/>
          </a:bodyPr>
          <a:lstStyle/>
          <a:p>
            <a:r>
              <a:rPr lang="en-US" dirty="0" smtClean="0">
                <a:effectLst/>
              </a:rPr>
              <a:t>1.The </a:t>
            </a:r>
            <a:r>
              <a:rPr lang="en-US" dirty="0">
                <a:effectLst/>
              </a:rPr>
              <a:t>Login Page: The Login Page screen will display a scrolling Blood bank management system which will give it a personalized feel. It will have a username and password field on which admin can login to system . It will also have two options one is login and another one is cancel.  </a:t>
            </a:r>
          </a:p>
          <a:p>
            <a:r>
              <a:rPr lang="en-US" dirty="0">
                <a:effectLst/>
              </a:rPr>
              <a:t>2.  Donor : After Successfully logged into the system admin will have  5 menus on home page.  And in that donor menu have 3 options that are add new donor, update donor details and all donor details. When the admin will select the add new donor after entering all details it can added to database. When the admin will select the update donor details after updating all details it can updated on database. When the admin will select the all donor details he can see all donor details.</a:t>
            </a:r>
          </a:p>
          <a:p>
            <a:r>
              <a:rPr lang="en-US" dirty="0">
                <a:effectLst/>
              </a:rPr>
              <a:t> </a:t>
            </a:r>
          </a:p>
          <a:p>
            <a:r>
              <a:rPr lang="en-US" dirty="0">
                <a:effectLst/>
              </a:rPr>
              <a:t>3. The Search donor: After that next menu is search donor in this admin can search donor by using location and by using blood group. It helps to search out the donor</a:t>
            </a:r>
          </a:p>
          <a:p>
            <a:r>
              <a:rPr lang="en-US" dirty="0">
                <a:effectLst/>
              </a:rPr>
              <a:t> </a:t>
            </a:r>
          </a:p>
          <a:p>
            <a:r>
              <a:rPr lang="en-US" dirty="0">
                <a:effectLst/>
              </a:rPr>
              <a:t>4. Stock : The stock menu have 2 menu items that are update stock  and all stock details . By using this we can increase and decrease the stock. And he can see all stock details of blood.</a:t>
            </a:r>
          </a:p>
          <a:p>
            <a:r>
              <a:rPr lang="en-US" dirty="0">
                <a:effectLst/>
              </a:rPr>
              <a:t> </a:t>
            </a:r>
          </a:p>
          <a:p>
            <a:r>
              <a:rPr lang="en-US" dirty="0">
                <a:effectLst/>
              </a:rPr>
              <a:t>5. Delete Donor: The delete donor will delete the donor from the database. It can deleted only when he enter donor ID.</a:t>
            </a:r>
          </a:p>
          <a:p>
            <a:r>
              <a:rPr lang="en-US" dirty="0">
                <a:effectLst/>
              </a:rPr>
              <a:t>6. Exit  :- By using exit the admin can successfully exit from application.</a:t>
            </a:r>
          </a:p>
          <a:p>
            <a:endParaRPr lang="en-US" dirty="0"/>
          </a:p>
        </p:txBody>
      </p:sp>
    </p:spTree>
    <p:extLst>
      <p:ext uri="{BB962C8B-B14F-4D97-AF65-F5344CB8AC3E}">
        <p14:creationId xmlns:p14="http://schemas.microsoft.com/office/powerpoint/2010/main" val="56214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076692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68520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025602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Applications of this Micro-project:</a:t>
            </a:r>
            <a:br>
              <a:rPr lang="en-US" dirty="0">
                <a:effectLst/>
              </a:rPr>
            </a:br>
            <a:endParaRPr lang="en-US" dirty="0"/>
          </a:p>
        </p:txBody>
      </p:sp>
      <p:sp>
        <p:nvSpPr>
          <p:cNvPr id="3" name="Content Placeholder 2"/>
          <p:cNvSpPr>
            <a:spLocks noGrp="1"/>
          </p:cNvSpPr>
          <p:nvPr>
            <p:ph idx="1"/>
          </p:nvPr>
        </p:nvSpPr>
        <p:spPr>
          <a:xfrm>
            <a:off x="913795" y="1625600"/>
            <a:ext cx="10353762" cy="4165600"/>
          </a:xfrm>
        </p:spPr>
        <p:txBody>
          <a:bodyPr>
            <a:normAutofit/>
          </a:bodyPr>
          <a:lstStyle/>
          <a:p>
            <a:r>
              <a:rPr lang="en-US" dirty="0" smtClean="0">
                <a:effectLst/>
              </a:rPr>
              <a:t>Applications </a:t>
            </a:r>
            <a:r>
              <a:rPr lang="en-US" dirty="0">
                <a:effectLst/>
              </a:rPr>
              <a:t>of </a:t>
            </a:r>
            <a:r>
              <a:rPr lang="en-US" dirty="0" smtClean="0">
                <a:effectLst/>
              </a:rPr>
              <a:t>Blood bank management system</a:t>
            </a:r>
            <a:r>
              <a:rPr lang="en-US" dirty="0">
                <a:effectLst/>
              </a:rPr>
              <a:t>:</a:t>
            </a:r>
          </a:p>
          <a:p>
            <a:pPr lvl="0"/>
            <a:r>
              <a:rPr lang="en-US" dirty="0">
                <a:effectLst/>
              </a:rPr>
              <a:t>BLOOD BANK MANAGEMENT is a software application to build such a way that it should suits for all type of blood banks in future. </a:t>
            </a:r>
          </a:p>
          <a:p>
            <a:pPr lvl="0"/>
            <a:r>
              <a:rPr lang="en-US" dirty="0">
                <a:effectLst/>
              </a:rPr>
              <a:t>One important future scope is availability of location-based blood bank details and extraction of location-based donor’s detail, which is very helpful to the  people. This will provide availability of blood in time.</a:t>
            </a:r>
          </a:p>
          <a:p>
            <a:pPr marL="0" indent="0">
              <a:buNone/>
            </a:pPr>
            <a:endParaRPr lang="en-US" b="1" dirty="0">
              <a:effectLst/>
            </a:endParaRPr>
          </a:p>
        </p:txBody>
      </p:sp>
    </p:spTree>
    <p:extLst>
      <p:ext uri="{BB962C8B-B14F-4D97-AF65-F5344CB8AC3E}">
        <p14:creationId xmlns:p14="http://schemas.microsoft.com/office/powerpoint/2010/main" val="13946112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conclusion</a:t>
            </a:r>
            <a:endParaRPr lang="en-US" dirty="0"/>
          </a:p>
        </p:txBody>
      </p:sp>
      <p:sp>
        <p:nvSpPr>
          <p:cNvPr id="3" name="Content Placeholder 2"/>
          <p:cNvSpPr>
            <a:spLocks noGrp="1"/>
          </p:cNvSpPr>
          <p:nvPr>
            <p:ph idx="1"/>
          </p:nvPr>
        </p:nvSpPr>
        <p:spPr>
          <a:xfrm>
            <a:off x="913795" y="1625601"/>
            <a:ext cx="10353762" cy="4165600"/>
          </a:xfrm>
        </p:spPr>
        <p:txBody>
          <a:bodyPr>
            <a:normAutofit fontScale="92500" lnSpcReduction="20000"/>
          </a:bodyPr>
          <a:lstStyle/>
          <a:p>
            <a:r>
              <a:rPr lang="en-US" dirty="0">
                <a:effectLst/>
              </a:rPr>
              <a:t> </a:t>
            </a:r>
            <a:r>
              <a:rPr lang="en-US" dirty="0" smtClean="0">
                <a:effectLst/>
              </a:rPr>
              <a:t> </a:t>
            </a:r>
            <a:r>
              <a:rPr lang="en-US" dirty="0">
                <a:effectLst/>
              </a:rPr>
              <a:t>With the theoretical inclination of our syllabus it becomes very essential to take the at most advantage of any opportunity of gaining practical experience that comes along. The building blocks of this Major Project ”BLOOD BANK Management System” was one of these opportunities. It gave us the requisite practical knowledge to supplement the already taught theoretical concepts thus making us more competent as a computer engineer.  </a:t>
            </a:r>
          </a:p>
          <a:p>
            <a:r>
              <a:rPr lang="en-US" dirty="0">
                <a:effectLst/>
              </a:rPr>
              <a:t>The project from a personal point of view also helped us in understanding the following aspects of project development: </a:t>
            </a:r>
          </a:p>
          <a:p>
            <a:r>
              <a:rPr lang="en-US" dirty="0">
                <a:effectLst/>
              </a:rPr>
              <a:t>• The planning that goes into implementing a project. </a:t>
            </a:r>
          </a:p>
          <a:p>
            <a:r>
              <a:rPr lang="en-US" dirty="0">
                <a:effectLst/>
              </a:rPr>
              <a:t>• The importance of proper planning and an organized methodology.</a:t>
            </a:r>
          </a:p>
          <a:p>
            <a:r>
              <a:rPr lang="en-US" dirty="0">
                <a:effectLst/>
              </a:rPr>
              <a:t> The project also provided us the opportunity of interacting with our teachers and to gain from their best experience.</a:t>
            </a:r>
          </a:p>
          <a:p>
            <a:pPr marL="0" indent="0">
              <a:buNone/>
            </a:pPr>
            <a:endParaRPr lang="en-US" dirty="0">
              <a:effectLst/>
            </a:endParaRPr>
          </a:p>
          <a:p>
            <a:endParaRPr lang="en-US" dirty="0"/>
          </a:p>
        </p:txBody>
      </p:sp>
    </p:spTree>
    <p:extLst>
      <p:ext uri="{BB962C8B-B14F-4D97-AF65-F5344CB8AC3E}">
        <p14:creationId xmlns:p14="http://schemas.microsoft.com/office/powerpoint/2010/main" val="3972524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10</TotalTime>
  <Words>621</Words>
  <Application>Microsoft Office PowerPoint</Application>
  <PresentationFormat>Widescreen</PresentationFormat>
  <Paragraphs>27</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Bookman Old Style</vt:lpstr>
      <vt:lpstr>Rockwell</vt:lpstr>
      <vt:lpstr>Times New Roman</vt:lpstr>
      <vt:lpstr>Damask</vt:lpstr>
      <vt:lpstr>GOVERNMENT POLYTECHNIC , SOLAPUR   CM5I 2022-23   COMPUTER TECHNOLOGY  SUBJECT : advance java programming(AJP)   MICRO-PROJECT TOPIC :blood bank management system </vt:lpstr>
      <vt:lpstr> ABSTRACT</vt:lpstr>
      <vt:lpstr>Introduction</vt:lpstr>
      <vt:lpstr>Proposed methodology: </vt:lpstr>
      <vt:lpstr>PowerPoint Presentation</vt:lpstr>
      <vt:lpstr>PowerPoint Presentation</vt:lpstr>
      <vt:lpstr>PowerPoint Presentation</vt:lpstr>
      <vt:lpstr>Applications of this Micro-project: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GOVERNMENT POLYTECHNIC , SOLAPUR   CM5I 2022-23   COMPUTER TECHNOLOGY  SUBJECT : ENVIRONMENTAL STUDIES(EST)   MICRO-PROJECT TOPIC :INDUSTRIAL WASTE AND WASTE MANAGEMENT</dc:title>
  <dc:creator>admin</dc:creator>
  <cp:lastModifiedBy>admin</cp:lastModifiedBy>
  <cp:revision>2</cp:revision>
  <dcterms:created xsi:type="dcterms:W3CDTF">2022-12-07T18:47:07Z</dcterms:created>
  <dcterms:modified xsi:type="dcterms:W3CDTF">2022-12-07T18:57:59Z</dcterms:modified>
</cp:coreProperties>
</file>